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24384000" cy="13716000"/>
  <p:notesSz cx="6858000" cy="9144000"/>
  <p:embeddedFontLst>
    <p:embeddedFont>
      <p:font typeface="DungGeunMo"/>
      <p:regular r:id="rId24"/>
    </p:embeddedFont>
    <p:embeddedFont>
      <p:font typeface="Pretendard Regular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1.fntdata" Type="http://schemas.openxmlformats.org/officeDocument/2006/relationships/font"/><Relationship Id="rId25" Target="fonts/font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2" Target="../media/image16.png" Type="http://schemas.openxmlformats.org/officeDocument/2006/relationships/image"/><Relationship Id="rId3" Target="../media/image9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5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2" Target="../media/image16.png" Type="http://schemas.openxmlformats.org/officeDocument/2006/relationships/image"/><Relationship Id="rId3" Target="../media/image9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5.png" Type="http://schemas.openxmlformats.org/officeDocument/2006/relationships/image"/><Relationship Id="rId7" Target="../media/image13.png" Type="http://schemas.openxmlformats.org/officeDocument/2006/relationships/image"/><Relationship Id="rId8" Target="../media/image8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png" Type="http://schemas.openxmlformats.org/officeDocument/2006/relationships/image"/><Relationship Id="rId12" Target="../media/image31.png" Type="http://schemas.openxmlformats.org/officeDocument/2006/relationships/image"/><Relationship Id="rId13" Target="../media/image13.png" Type="http://schemas.openxmlformats.org/officeDocument/2006/relationships/image"/><Relationship Id="rId2" Target="../media/image16.png" Type="http://schemas.openxmlformats.org/officeDocument/2006/relationships/image"/><Relationship Id="rId3" Target="../media/image9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15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12" Target="../media/image15.png" Type="http://schemas.openxmlformats.org/officeDocument/2006/relationships/image"/><Relationship Id="rId13" Target="../media/image13.png" Type="http://schemas.openxmlformats.org/officeDocument/2006/relationships/image"/><Relationship Id="rId2" Target="../media/image16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9.pn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Relationship Id="rId6" Target="../media/image15.png" Type="http://schemas.openxmlformats.org/officeDocument/2006/relationships/image"/><Relationship Id="rId7" Target="../media/image40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47.png" Type="http://schemas.openxmlformats.org/officeDocument/2006/relationships/image"/><Relationship Id="rId12" Target="../media/image48.png" Type="http://schemas.openxmlformats.org/officeDocument/2006/relationships/image"/><Relationship Id="rId13" Target="../media/image49.png" Type="http://schemas.openxmlformats.org/officeDocument/2006/relationships/image"/><Relationship Id="rId14" Target="../media/image50.png" Type="http://schemas.openxmlformats.org/officeDocument/2006/relationships/image"/><Relationship Id="rId15" Target="../media/image51.png" Type="http://schemas.openxmlformats.org/officeDocument/2006/relationships/image"/><Relationship Id="rId16" Target="../media/image52.png" Type="http://schemas.openxmlformats.org/officeDocument/2006/relationships/image"/><Relationship Id="rId17" Target="../media/image53.png" Type="http://schemas.openxmlformats.org/officeDocument/2006/relationships/image"/><Relationship Id="rId18" Target="../media/image54.png" Type="http://schemas.openxmlformats.org/officeDocument/2006/relationships/image"/><Relationship Id="rId19" Target="../media/image55.png" Type="http://schemas.openxmlformats.org/officeDocument/2006/relationships/image"/><Relationship Id="rId2" Target="../media/image41.png" Type="http://schemas.openxmlformats.org/officeDocument/2006/relationships/image"/><Relationship Id="rId20" Target="../media/image56.png" Type="http://schemas.openxmlformats.org/officeDocument/2006/relationships/image"/><Relationship Id="rId21" Target="../media/image57.png" Type="http://schemas.openxmlformats.org/officeDocument/2006/relationships/image"/><Relationship Id="rId22" Target="../media/image58.png" Type="http://schemas.openxmlformats.org/officeDocument/2006/relationships/image"/><Relationship Id="rId23" Target="../media/image59.png" Type="http://schemas.openxmlformats.org/officeDocument/2006/relationships/image"/><Relationship Id="rId24" Target="../media/image60.png" Type="http://schemas.openxmlformats.org/officeDocument/2006/relationships/image"/><Relationship Id="rId25" Target="../media/image61.png" Type="http://schemas.openxmlformats.org/officeDocument/2006/relationships/image"/><Relationship Id="rId26" Target="../media/image62.png" Type="http://schemas.openxmlformats.org/officeDocument/2006/relationships/image"/><Relationship Id="rId27" Target="../media/image63.png" Type="http://schemas.openxmlformats.org/officeDocument/2006/relationships/image"/><Relationship Id="rId28" Target="../media/image64.png" Type="http://schemas.openxmlformats.org/officeDocument/2006/relationships/image"/><Relationship Id="rId29" Target="../media/image65.png" Type="http://schemas.openxmlformats.org/officeDocument/2006/relationships/image"/><Relationship Id="rId3" Target="../media/image9.png" Type="http://schemas.openxmlformats.org/officeDocument/2006/relationships/image"/><Relationship Id="rId30" Target="../media/image66.png" Type="http://schemas.openxmlformats.org/officeDocument/2006/relationships/image"/><Relationship Id="rId31" Target="../media/image67.png" Type="http://schemas.openxmlformats.org/officeDocument/2006/relationships/image"/><Relationship Id="rId32" Target="../media/image68.png" Type="http://schemas.openxmlformats.org/officeDocument/2006/relationships/image"/><Relationship Id="rId33" Target="../media/image13.png" Type="http://schemas.openxmlformats.org/officeDocument/2006/relationships/image"/><Relationship Id="rId4" Target="../media/image17.png" Type="http://schemas.openxmlformats.org/officeDocument/2006/relationships/image"/><Relationship Id="rId5" Target="../media/image42.png" Type="http://schemas.openxmlformats.org/officeDocument/2006/relationships/image"/><Relationship Id="rId6" Target="../media/image15.png" Type="http://schemas.openxmlformats.org/officeDocument/2006/relationships/image"/><Relationship Id="rId7" Target="../media/image43.png" Type="http://schemas.openxmlformats.org/officeDocument/2006/relationships/image"/><Relationship Id="rId8" Target="../media/image44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4.png" Type="http://schemas.openxmlformats.org/officeDocument/2006/relationships/image"/><Relationship Id="rId11" Target="../media/image75.png" Type="http://schemas.openxmlformats.org/officeDocument/2006/relationships/image"/><Relationship Id="rId12" Target="../media/image76.png" Type="http://schemas.openxmlformats.org/officeDocument/2006/relationships/image"/><Relationship Id="rId13" Target="../media/image77.png" Type="http://schemas.openxmlformats.org/officeDocument/2006/relationships/image"/><Relationship Id="rId14" Target="../media/image78.png" Type="http://schemas.openxmlformats.org/officeDocument/2006/relationships/image"/><Relationship Id="rId15" Target="../media/image79.png" Type="http://schemas.openxmlformats.org/officeDocument/2006/relationships/image"/><Relationship Id="rId16" Target="../media/image80.png" Type="http://schemas.openxmlformats.org/officeDocument/2006/relationships/image"/><Relationship Id="rId17" Target="../media/image13.png" Type="http://schemas.openxmlformats.org/officeDocument/2006/relationships/image"/><Relationship Id="rId2" Target="../media/image16.png" Type="http://schemas.openxmlformats.org/officeDocument/2006/relationships/image"/><Relationship Id="rId3" Target="../media/image69.png" Type="http://schemas.openxmlformats.org/officeDocument/2006/relationships/image"/><Relationship Id="rId4" Target="../media/image70.png" Type="http://schemas.openxmlformats.org/officeDocument/2006/relationships/image"/><Relationship Id="rId5" Target="../media/image71.png" Type="http://schemas.openxmlformats.org/officeDocument/2006/relationships/image"/><Relationship Id="rId6" Target="../media/image72.png" Type="http://schemas.openxmlformats.org/officeDocument/2006/relationships/image"/><Relationship Id="rId7" Target="../media/image9.png" Type="http://schemas.openxmlformats.org/officeDocument/2006/relationships/image"/><Relationship Id="rId8" Target="../media/image73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81.png" Type="http://schemas.openxmlformats.org/officeDocument/2006/relationships/image"/><Relationship Id="rId4" Target="../media/image82.png" Type="http://schemas.openxmlformats.org/officeDocument/2006/relationships/image"/><Relationship Id="rId5" Target="../media/image15.png" Type="http://schemas.openxmlformats.org/officeDocument/2006/relationships/image"/><Relationship Id="rId6" Target="../media/image83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81.png" Type="http://schemas.openxmlformats.org/officeDocument/2006/relationships/image"/><Relationship Id="rId4" Target="../media/image82.png" Type="http://schemas.openxmlformats.org/officeDocument/2006/relationships/image"/><Relationship Id="rId5" Target="../media/image15.png" Type="http://schemas.openxmlformats.org/officeDocument/2006/relationships/image"/><Relationship Id="rId6" Target="../media/image84.png" Type="http://schemas.openxmlformats.org/officeDocument/2006/relationships/image"/><Relationship Id="rId7" Target="../media/image85.png" Type="http://schemas.openxmlformats.org/officeDocument/2006/relationships/image"/><Relationship Id="rId8" Target="../media/image86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81.png" Type="http://schemas.openxmlformats.org/officeDocument/2006/relationships/image"/><Relationship Id="rId4" Target="../media/image87.png" Type="http://schemas.openxmlformats.org/officeDocument/2006/relationships/image"/><Relationship Id="rId5" Target="../media/image15.png" Type="http://schemas.openxmlformats.org/officeDocument/2006/relationships/image"/><Relationship Id="rId6" Target="../media/image88.png" Type="http://schemas.openxmlformats.org/officeDocument/2006/relationships/image"/><Relationship Id="rId7" Target="../media/image89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81.png" Type="http://schemas.openxmlformats.org/officeDocument/2006/relationships/image"/><Relationship Id="rId4" Target="../media/image87.png" Type="http://schemas.openxmlformats.org/officeDocument/2006/relationships/image"/><Relationship Id="rId5" Target="../media/image15.png" Type="http://schemas.openxmlformats.org/officeDocument/2006/relationships/image"/><Relationship Id="rId6" Target="../media/image90.png" Type="http://schemas.openxmlformats.org/officeDocument/2006/relationships/image"/><Relationship Id="rId7" Target="../media/image91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81.png" Type="http://schemas.openxmlformats.org/officeDocument/2006/relationships/image"/><Relationship Id="rId4" Target="../media/image87.png" Type="http://schemas.openxmlformats.org/officeDocument/2006/relationships/image"/><Relationship Id="rId5" Target="../media/image15.png" Type="http://schemas.openxmlformats.org/officeDocument/2006/relationships/image"/><Relationship Id="rId6" Target="../media/image92.png" Type="http://schemas.openxmlformats.org/officeDocument/2006/relationships/image"/><Relationship Id="rId7" Target="../media/image93.png" Type="http://schemas.openxmlformats.org/officeDocument/2006/relationships/image"/><Relationship Id="rId8" Target="../media/image94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5.png" Type="http://schemas.openxmlformats.org/officeDocument/2006/relationships/image"/><Relationship Id="rId3" Target="../media/image96.png" Type="http://schemas.openxmlformats.org/officeDocument/2006/relationships/image"/><Relationship Id="rId4" Target="../media/image9.png" Type="http://schemas.openxmlformats.org/officeDocument/2006/relationships/image"/><Relationship Id="rId5" Target="../media/image81.png" Type="http://schemas.openxmlformats.org/officeDocument/2006/relationships/image"/><Relationship Id="rId6" Target="../media/image97.png" Type="http://schemas.openxmlformats.org/officeDocument/2006/relationships/image"/><Relationship Id="rId7" Target="../media/image15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9.png" Type="http://schemas.openxmlformats.org/officeDocument/2006/relationships/image"/><Relationship Id="rId4" Target="../media/image81.png" Type="http://schemas.openxmlformats.org/officeDocument/2006/relationships/image"/><Relationship Id="rId5" Target="../media/image97.png" Type="http://schemas.openxmlformats.org/officeDocument/2006/relationships/image"/><Relationship Id="rId6" Target="../media/image15.png" Type="http://schemas.openxmlformats.org/officeDocument/2006/relationships/image"/><Relationship Id="rId7" Target="../media/image19.png" Type="http://schemas.openxmlformats.org/officeDocument/2006/relationships/image"/><Relationship Id="rId8" Target="../media/image98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9.png" Type="http://schemas.openxmlformats.org/officeDocument/2006/relationships/image"/><Relationship Id="rId3" Target="../media/image100.png" Type="http://schemas.openxmlformats.org/officeDocument/2006/relationships/image"/><Relationship Id="rId4" Target="../media/image101.png" Type="http://schemas.openxmlformats.org/officeDocument/2006/relationships/image"/><Relationship Id="rId5" Target="../media/image102.png" Type="http://schemas.openxmlformats.org/officeDocument/2006/relationships/image"/><Relationship Id="rId6" Target="../media/image103.png" Type="http://schemas.openxmlformats.org/officeDocument/2006/relationships/image"/><Relationship Id="rId7" Target="../media/image104.png" Type="http://schemas.openxmlformats.org/officeDocument/2006/relationships/image"/><Relationship Id="rId8" Target="../media/image10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6.png" Type="http://schemas.openxmlformats.org/officeDocument/2006/relationships/image"/><Relationship Id="rId3" Target="../media/image100.png" Type="http://schemas.openxmlformats.org/officeDocument/2006/relationships/image"/><Relationship Id="rId4" Target="../media/image101.png" Type="http://schemas.openxmlformats.org/officeDocument/2006/relationships/image"/><Relationship Id="rId5" Target="../media/image104.png" Type="http://schemas.openxmlformats.org/officeDocument/2006/relationships/image"/><Relationship Id="rId6" Target="../media/image10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803400" y="2921000"/>
            <a:ext cx="20269200" cy="9156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68400" y="1066800"/>
            <a:ext cx="22174200" cy="1156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06600" y="1625600"/>
            <a:ext cx="9080500" cy="698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565400" y="8445500"/>
            <a:ext cx="19392900" cy="3340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2590800"/>
            <a:ext cx="22136100" cy="6324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237700" y="3708400"/>
            <a:ext cx="546100" cy="3035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66700" y="965200"/>
            <a:ext cx="11417300" cy="1275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597400" y="7112000"/>
            <a:ext cx="13106400" cy="52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3558500" y="1041400"/>
            <a:ext cx="825500" cy="12674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41400" y="3937000"/>
            <a:ext cx="8890000" cy="1828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76300" y="1524000"/>
            <a:ext cx="7213600" cy="3632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-101600" y="0"/>
            <a:ext cx="24485600" cy="1104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00100" y="190500"/>
            <a:ext cx="9461500" cy="698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633200" y="2425700"/>
            <a:ext cx="12801600" cy="9969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3749000" y="2565400"/>
            <a:ext cx="546100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EEE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596600" y="1104900"/>
            <a:ext cx="1003300" cy="12611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558500" y="1041400"/>
            <a:ext cx="825500" cy="12674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27000" y="0"/>
            <a:ext cx="24511000" cy="1104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69900" y="1206500"/>
            <a:ext cx="18973800" cy="1955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3749000" y="3213100"/>
            <a:ext cx="546100" cy="3009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00100" y="3822700"/>
            <a:ext cx="21653500" cy="7975600"/>
          </a:xfrm>
          <a:prstGeom prst="rect">
            <a:avLst/>
          </a:prstGeom>
          <a:effectLst>
            <a:outerShdw dir="2700000" dist="736450" blurRad="0">
              <a:srgbClr val="000000">
                <a:alpha val="10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 rot="0">
            <a:off x="8318500" y="8978900"/>
            <a:ext cx="11861800" cy="774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08100" y="5473700"/>
            <a:ext cx="21336000" cy="4432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00100" y="190500"/>
            <a:ext cx="9461500" cy="698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EEE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596600" y="1104900"/>
            <a:ext cx="1003300" cy="12611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558500" y="1041400"/>
            <a:ext cx="825500" cy="12674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27000" y="0"/>
            <a:ext cx="24511000" cy="1104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69900" y="1206500"/>
            <a:ext cx="18973800" cy="1955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3749000" y="3213100"/>
            <a:ext cx="546100" cy="3009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00100" y="190500"/>
            <a:ext cx="9461500" cy="698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5384800" y="7112000"/>
            <a:ext cx="13106400" cy="520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87400" y="4140200"/>
            <a:ext cx="12522200" cy="7353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433300" y="4140200"/>
            <a:ext cx="1131570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EEE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596600" y="1104900"/>
            <a:ext cx="1003300" cy="12611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558500" y="1041400"/>
            <a:ext cx="825500" cy="12674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76200" y="0"/>
            <a:ext cx="24460200" cy="1104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69900" y="1206500"/>
            <a:ext cx="18973800" cy="1955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3749000" y="3594100"/>
            <a:ext cx="546100" cy="3009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35000" y="3505200"/>
            <a:ext cx="6667500" cy="1600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00100" y="4953000"/>
            <a:ext cx="21971000" cy="1511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35000" y="6540500"/>
            <a:ext cx="6667500" cy="1600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00100" y="7988300"/>
            <a:ext cx="21971000" cy="1511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35000" y="9753600"/>
            <a:ext cx="6667500" cy="1600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00100" y="11201400"/>
            <a:ext cx="21971000" cy="1511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800100" y="190500"/>
            <a:ext cx="9461500" cy="698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EEE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596600" y="1104900"/>
            <a:ext cx="1003300" cy="12611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3517900"/>
            <a:ext cx="6680200" cy="1612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00100" y="4965700"/>
            <a:ext cx="22034500" cy="1511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6565900"/>
            <a:ext cx="6680200" cy="1612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00100" y="8013700"/>
            <a:ext cx="22034500" cy="1511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35000" y="9791700"/>
            <a:ext cx="6680200" cy="1612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00100" y="11239500"/>
            <a:ext cx="22034500" cy="1511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3558500" y="1041400"/>
            <a:ext cx="825500" cy="12674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76200" y="0"/>
            <a:ext cx="24460200" cy="1104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69900" y="1206500"/>
            <a:ext cx="18973800" cy="1955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3749000" y="4051300"/>
            <a:ext cx="546100" cy="3009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800100" y="190500"/>
            <a:ext cx="9461500" cy="698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EEE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596600" y="1104900"/>
            <a:ext cx="1003300" cy="12611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558500" y="1041400"/>
            <a:ext cx="825500" cy="12674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52400" y="0"/>
            <a:ext cx="24536400" cy="1104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69900" y="1206500"/>
            <a:ext cx="18973800" cy="1955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3749000" y="4533900"/>
            <a:ext cx="546100" cy="3009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36600" y="3606800"/>
            <a:ext cx="22567900" cy="9055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00100" y="190500"/>
            <a:ext cx="9461500" cy="698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1742400" y="3429000"/>
            <a:ext cx="762000" cy="139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558500" y="1041400"/>
            <a:ext cx="825500" cy="12674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27000" y="0"/>
            <a:ext cx="24511000" cy="1104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00100" y="1536700"/>
            <a:ext cx="18326100" cy="1308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3749000" y="4914900"/>
            <a:ext cx="546100" cy="3009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71500" y="3898900"/>
            <a:ext cx="4419600" cy="5854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8707100" y="3860800"/>
            <a:ext cx="4343400" cy="5854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803400" y="3124200"/>
            <a:ext cx="20332700" cy="50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399999">
            <a:off x="1397000" y="3505200"/>
            <a:ext cx="812800" cy="50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12800" y="4064000"/>
            <a:ext cx="3962400" cy="4902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867400" y="3860800"/>
            <a:ext cx="4673600" cy="5854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057900" y="4064000"/>
            <a:ext cx="4356100" cy="4241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680700" y="3860800"/>
            <a:ext cx="7137400" cy="5854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934700" y="4064000"/>
            <a:ext cx="6883400" cy="3911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8859500" y="4064000"/>
            <a:ext cx="4089400" cy="3911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8072100" y="10490200"/>
            <a:ext cx="4445000" cy="1917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8186400" y="10617200"/>
            <a:ext cx="4216400" cy="1625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3487400" y="10490200"/>
            <a:ext cx="4432300" cy="27305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3652500" y="10617200"/>
            <a:ext cx="4292600" cy="26035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5470630">
            <a:off x="20789900" y="3543300"/>
            <a:ext cx="558800" cy="139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8280400" y="3340100"/>
            <a:ext cx="12814300" cy="508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5470630">
            <a:off x="8001000" y="3594100"/>
            <a:ext cx="558800" cy="508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5451652">
            <a:off x="19862800" y="3644900"/>
            <a:ext cx="355600" cy="1397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4135100" y="3530600"/>
            <a:ext cx="5930900" cy="508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5451652">
            <a:off x="13957300" y="3695700"/>
            <a:ext cx="355600" cy="508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981200" y="10236200"/>
            <a:ext cx="12369800" cy="508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16199999">
            <a:off x="1701800" y="9982200"/>
            <a:ext cx="558800" cy="508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16199999">
            <a:off x="14058900" y="9931400"/>
            <a:ext cx="558800" cy="1397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3251200" y="10045700"/>
            <a:ext cx="5054600" cy="508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16199999">
            <a:off x="3098800" y="9880600"/>
            <a:ext cx="368300" cy="508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16199999">
            <a:off x="8102600" y="9829800"/>
            <a:ext cx="368300" cy="139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800100" y="190500"/>
            <a:ext cx="9461500" cy="698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EEE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596600" y="1104900"/>
            <a:ext cx="1003300" cy="12611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2000"/>
          </a:blip>
          <a:stretch>
            <a:fillRect/>
          </a:stretch>
        </p:blipFill>
        <p:spPr>
          <a:xfrm rot="0">
            <a:off x="15938500" y="3302000"/>
            <a:ext cx="7505700" cy="775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82000"/>
          </a:blip>
          <a:stretch>
            <a:fillRect/>
          </a:stretch>
        </p:blipFill>
        <p:spPr>
          <a:xfrm rot="0">
            <a:off x="152400" y="3302000"/>
            <a:ext cx="7505700" cy="775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460500" y="7023100"/>
            <a:ext cx="12839700" cy="520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347200" y="7023100"/>
            <a:ext cx="12839700" cy="520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alphaModFix amt="82000"/>
          </a:blip>
          <a:stretch>
            <a:fillRect/>
          </a:stretch>
        </p:blipFill>
        <p:spPr>
          <a:xfrm rot="0">
            <a:off x="8064500" y="3302000"/>
            <a:ext cx="7505700" cy="775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3558500" y="1041400"/>
            <a:ext cx="825500" cy="12674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-203200" y="0"/>
            <a:ext cx="24587200" cy="1104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3749000" y="5270500"/>
            <a:ext cx="546100" cy="3009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15900" y="11341100"/>
            <a:ext cx="7454900" cy="1663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140700" y="11341100"/>
            <a:ext cx="7823200" cy="1663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078200" y="11341100"/>
            <a:ext cx="7493000" cy="2197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03200" y="3378200"/>
            <a:ext cx="5295900" cy="1600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102600" y="3378200"/>
            <a:ext cx="5054600" cy="1600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6090900" y="3378200"/>
            <a:ext cx="8216900" cy="1600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431800" y="1320800"/>
            <a:ext cx="13868400" cy="1778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800100" y="190500"/>
            <a:ext cx="9461500" cy="698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558500" y="1041400"/>
            <a:ext cx="825500" cy="12674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228600" y="0"/>
            <a:ext cx="24612600" cy="1104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71500" y="1308100"/>
            <a:ext cx="18783300" cy="177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3749000" y="6007100"/>
            <a:ext cx="546100" cy="3009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54100" y="4000500"/>
            <a:ext cx="22694900" cy="5765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00100" y="190500"/>
            <a:ext cx="9461500" cy="698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558500" y="1041400"/>
            <a:ext cx="825500" cy="12674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228600" y="0"/>
            <a:ext cx="24612600" cy="1104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71500" y="1308100"/>
            <a:ext cx="18783300" cy="177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3749000" y="6553200"/>
            <a:ext cx="546100" cy="3009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413000" y="6883400"/>
            <a:ext cx="18237200" cy="3009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162300" y="9893300"/>
            <a:ext cx="17919700" cy="952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66800" y="4000500"/>
            <a:ext cx="22694900" cy="2819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00100" y="190500"/>
            <a:ext cx="9461500" cy="698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558500" y="1041400"/>
            <a:ext cx="825500" cy="12674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228600" y="0"/>
            <a:ext cx="24612600" cy="1104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71500" y="1308100"/>
            <a:ext cx="19824700" cy="177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3749000" y="6794500"/>
            <a:ext cx="546100" cy="3009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00100" y="3975100"/>
            <a:ext cx="21882100" cy="8458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0350500" y="8128000"/>
            <a:ext cx="1435100" cy="889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00100" y="190500"/>
            <a:ext cx="9461500" cy="698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558500" y="1041400"/>
            <a:ext cx="825500" cy="12674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228600" y="0"/>
            <a:ext cx="24612600" cy="1104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71500" y="1308100"/>
            <a:ext cx="19824700" cy="177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3749000" y="7556500"/>
            <a:ext cx="546100" cy="3009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00100" y="3975100"/>
            <a:ext cx="21882100" cy="8458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0350500" y="8128000"/>
            <a:ext cx="1435100" cy="889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00100" y="190500"/>
            <a:ext cx="9461500" cy="698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558500" y="1041400"/>
            <a:ext cx="825500" cy="12674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228600" y="0"/>
            <a:ext cx="24612600" cy="1104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71500" y="1308100"/>
            <a:ext cx="19824700" cy="177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3749000" y="8026400"/>
            <a:ext cx="546100" cy="3009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22300" y="3289300"/>
            <a:ext cx="22225000" cy="9880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0350500" y="8128000"/>
            <a:ext cx="1435100" cy="889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0350500" y="8128000"/>
            <a:ext cx="1435100" cy="889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00100" y="190500"/>
            <a:ext cx="9461500" cy="698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229600" y="952500"/>
            <a:ext cx="15392400" cy="12966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03300" y="3708400"/>
            <a:ext cx="18516600" cy="838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3558500" y="1041400"/>
            <a:ext cx="825500" cy="12674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228600" y="0"/>
            <a:ext cx="24612600" cy="1104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71500" y="1308100"/>
            <a:ext cx="18783300" cy="1778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3749000" y="8623300"/>
            <a:ext cx="546100" cy="3009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00100" y="190500"/>
            <a:ext cx="9461500" cy="698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EEE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291800" y="1104900"/>
            <a:ext cx="1003300" cy="12611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558500" y="1041400"/>
            <a:ext cx="825500" cy="12674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228600" y="0"/>
            <a:ext cx="24612600" cy="1104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71500" y="1308100"/>
            <a:ext cx="18783300" cy="177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3749000" y="9093200"/>
            <a:ext cx="546100" cy="3009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00100" y="3822700"/>
            <a:ext cx="21653500" cy="7975600"/>
          </a:xfrm>
          <a:prstGeom prst="rect">
            <a:avLst/>
          </a:prstGeom>
          <a:effectLst>
            <a:outerShdw dir="2700000" dist="736450" blurRad="0">
              <a:srgbClr val="000000">
                <a:alpha val="10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70000" y="5600700"/>
            <a:ext cx="20713700" cy="4432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00100" y="190500"/>
            <a:ext cx="9461500" cy="698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0000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067300" y="1854200"/>
            <a:ext cx="13042900" cy="2374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558500" y="1041400"/>
            <a:ext cx="825500" cy="12674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2700" y="0"/>
            <a:ext cx="24396700" cy="1104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838700" y="5829300"/>
            <a:ext cx="7353300" cy="4800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192000" y="5829300"/>
            <a:ext cx="7353300" cy="4800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3749000" y="9461500"/>
            <a:ext cx="546100" cy="3009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00100" y="190500"/>
            <a:ext cx="9461500" cy="698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0000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664200" y="5676900"/>
            <a:ext cx="13042900" cy="2374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558500" y="1041400"/>
            <a:ext cx="825500" cy="12674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2700" y="0"/>
            <a:ext cx="24396700" cy="1104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3749000" y="9817100"/>
            <a:ext cx="546100" cy="3009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00100" y="190500"/>
            <a:ext cx="9461500" cy="698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